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86868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MediStruct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CFBF1"/>
                </a:solidFill>
                <a:latin typeface="Segoe UI"/>
              </a:rPr>
              <a:t>Hospital Management System · DSA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 Hospital Management System where every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workflow is powered by a hand-written data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Registration → specialist routing → triage → consultation → labs → operation → admission → discharge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156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646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PRESENTED 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257800"/>
            <a:ext cx="384048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94376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28523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Rijja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5257800"/>
            <a:ext cx="384048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5294376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28523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Shamim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257800"/>
            <a:ext cx="384048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294376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28523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Ayesha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5257800"/>
            <a:ext cx="384048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5294376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8523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Muzzamil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Two-Layer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The structures do real work instead of being decoration: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82296" cy="1828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PostgreSQL (Neon)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Permanent storage — the single source of truth.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Patients, doctors, bills, appointments, wards, events.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Accessed through server actions &amp; typed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4688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82296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00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Hand-written DSA Layer  (src/lib/dsa)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272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The in-memory working layer.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Rows are loaded, fed through a Queue / Graph / Heap / Sort,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then the result is rendered.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10927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927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6B63"/>
                </a:solidFill>
                <a:latin typeface="Segoe UI"/>
              </a:rPr>
              <a:t>Read rows from Postgres   →   Build a data structure   →   Run its algorithm   →   Render the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Next.js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App Router, React Server Components &amp; server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871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End-to-end type safety across UI, actions and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2" y="182880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Tailwind CSS v4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Utility-first styling; responsive &amp; theme-aware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Better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02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Email/password auth with role-based access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6" y="361188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813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Neon 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42702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Serverless Postgres — the permanent data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2" y="3611880"/>
            <a:ext cx="82296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813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Hand-written DSA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2702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src/lib/dsa — every structure built from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Three User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Manages doctors &amp; receptionists.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Configures wards &amp; beds.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Sees system-wide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2024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920240"/>
            <a:ext cx="3520440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029968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Receptionist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9260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Registers patients &amp; sets triage severity.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Routes issue → specialist, assigns doctor.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Handles billing, insurance &amp; the waiting queue.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92024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1920240"/>
            <a:ext cx="3520440" cy="7772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2029968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260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Works a priority queue (most-critical first).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Writes clinical notes; orders labs &amp; operations.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1">
                <a:solidFill>
                  <a:srgbClr val="0F172A"/>
                </a:solidFill>
                <a:latin typeface="Segoe UI"/>
              </a:rPr>
              <a:t>Recommends admission / discharge.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End-to-End Patient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6023" y="2834640"/>
            <a:ext cx="1298448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0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1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7623" y="2834640"/>
            <a:ext cx="1298448" cy="118872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76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Route to
Specialist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77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9223" y="2834640"/>
            <a:ext cx="1298448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92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Triage
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3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0823" y="2834640"/>
            <a:ext cx="1298448" cy="118872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08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Pay
Consult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9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2423" y="2834640"/>
            <a:ext cx="1298448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24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Doctor
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25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4023" y="2834640"/>
            <a:ext cx="1298448" cy="118872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40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Consult
&amp;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41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75623" y="2834640"/>
            <a:ext cx="1298448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56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Labs /
Operation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5783" y="324612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7223" y="2834640"/>
            <a:ext cx="1298448" cy="118872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7223" y="2834640"/>
            <a:ext cx="12984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Admit /
Discharge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Every action appends a row to patient_events — an immutable audit trail that becomes the patient's timeline, walkable forward &amp; back (Doubly Linked List).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Reception &amp;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The front door of the hospital: every patient starts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Registers a patient (auto integer ID from a Postgres serial).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Captures issue, contact &amp; payment details.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Sets a triage severity (1 critical … 5 routine).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Opens the consultation bill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Waiting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Reception's waiting line is first-come, first-served.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Loaded from Postgres by arrival time.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Fed through the hand-written FIFO Queue.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Front of the line is shown as 'serve next'.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6B63"/>
                </a:solidFill>
                <a:latin typeface="Segoe UI"/>
              </a:rPr>
              <a:t>DSA used:  Queue (FIFO)  ·  Dynamic Array  ·  Hash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Specialist Routing (Graph)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The most important algorithmic feature — mapping a symptom to the right doctor.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How routing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Symptoms &amp; specialties are nodes in a directed weighted graph.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Edges (symptom → specialty) carry a routing weight.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Dijkstra's shortest path finds the best department.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Rebuilt each request from the symptom_routes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Ranking the doctors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The department's doctors are then ranked.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Our own quickSort orders them by rating, then fee.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Receptionist sees the best-matching specialist first.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Manual override is always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6B63"/>
                </a:solidFill>
                <a:latin typeface="Segoe UI"/>
              </a:rPr>
              <a:t>DSA used:  Graph (adjacency list) + Dijkstra / BFS  ·  quickSort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03 · FLAGSHIP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Emergency Triage (Priority Queue)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A critical patient must be able to jump ahead of a routine one — a plain FIFO queue cannot do this.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3949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82296" cy="2331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Reception sets each patient's severity at registration.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The doctor's queue is a Min Priority Queue (binary heap).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Most-critical (lowest severity number) is dequeued first — O(log n).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Order is independent of arrival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468880"/>
            <a:ext cx="53949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82296" cy="2331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00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Fair tie-breaking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27248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Same severity ⇒ longest-waiting patient goes first (FIFO fallback).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Composite priority = severity × 1,000,000 + arrivalIndex.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Severity always dominates; arrival only breaks 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10927080" cy="1143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Example — triage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Ali (sev 3, arrived last)  →  Bilal (sev 4)  →  Sana (sev 4)  →  Muzzamil (sev 5, arrived first)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Doctor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Where the clinician sees patients and records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My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Shows patients assigned &amp; waiting to be seen.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Ordered by triage severity (priority queue).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'See next' marks the true triage front.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Clinical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Writes chronological notes for a patient.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Notes stored &amp; replayed via a Singly Linked List.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Orders lab tests &amp; recommends operations / admission.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6B63"/>
                </a:solidFill>
                <a:latin typeface="Segoe UI"/>
              </a:rPr>
              <a:t>DSA used:  Min Priority Queue  ·  Singly Linked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Billing &amp; Insurance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Accurate charges for consultations, labs, operations and admissions.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Billing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Every chargeable item becomes a bill row.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Concession applies to lab/operation/admission — never consultation.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Order: concession first, then insurance %, then patient pays rest.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Bill line-items modelled with a Dynamic Array.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Insurance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Percentage coverage per patient (e.g. 80%).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Operation loop: schedule → must pay before date → else reschedule.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Bills indexed / searched by ID (binary search over sorted IDs).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6B63"/>
                </a:solidFill>
                <a:latin typeface="Segoe UI"/>
              </a:rPr>
              <a:t>DSA used:  Dynamic Array + binary search  ·  Sorting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64748B"/>
                </a:solidFill>
                <a:latin typeface="Segoe UI"/>
              </a:rPr>
              <a:t>System configuration and staff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8229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Create &amp; manage doctors (specialty, fee, rating).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Create &amp; manage receptionists.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Role-based access enforced by Better Auth.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Wards, beds &amp;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Define wards and their beds.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Admitting a patient occupies a bed; discharge frees it.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Dashboard summarises patients, staff and occupancy.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6B63"/>
                </a:solidFill>
                <a:latin typeface="Segoe UI"/>
              </a:rPr>
              <a:t>DSA used:  Hash Map (O(1) lookups)  ·  Red-Black Tree (date index)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The DSA Gallery (/dsa)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A dedicated page that proves the theory is real — interactive demos plus a live Big-O panel for every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5204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82296" cy="3108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Triage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Runs the real Min Priority Queue in the browser.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'Serve next' always picks the most-critical patient.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Now backs the live doctor queue too.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606040"/>
            <a:ext cx="35204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2606040"/>
            <a:ext cx="82296" cy="3108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8072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Sort 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264408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Runs all 5 hand-written sorts on your numbers.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Counts real comparisons &amp; swaps.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Ranks algorithms fewest-comparisons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606040"/>
            <a:ext cx="35204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606040"/>
            <a:ext cx="82296" cy="3108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1" y="28072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Complexity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3264408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One card per structure.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Big-O per operation + space cost.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64748B"/>
                </a:solidFill>
                <a:latin typeface="Segoe UI"/>
              </a:rPr>
              <a:t>States the exact hospital feature it powers.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UNDER THE HOOD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Core Data Structures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27080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Real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74519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39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39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Dynamic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39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Bill line-items; binary search over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377439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access · O(log n)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99231"/>
            <a:ext cx="10927080" cy="621792"/>
          </a:xfrm>
          <a:prstGeom prst="rect">
            <a:avLst/>
          </a:prstGeom>
          <a:solidFill>
            <a:srgbClr val="EEF3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99231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Queue (FIFO)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99231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Reception waiting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999231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enqueue / dequeue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21023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3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Stack (LIFO)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21023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Undo / action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621023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push / pop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42815"/>
            <a:ext cx="10927080" cy="621792"/>
          </a:xfrm>
          <a:prstGeom prst="rect">
            <a:avLst/>
          </a:prstGeom>
          <a:solidFill>
            <a:srgbClr val="EEF3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42815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Min Priority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42815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Emergency triage — most-critical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242815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O(log n) enqueue / dequeue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64607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64607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Singly Linked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64607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Doctor's chronological note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864607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append · O(n) find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86399"/>
            <a:ext cx="10927080" cy="621792"/>
          </a:xfrm>
          <a:prstGeom prst="rect">
            <a:avLst/>
          </a:prstGeom>
          <a:solidFill>
            <a:srgbClr val="EEF3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86399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Doubly Linked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86399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Patient timeline — step forward/back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486399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back /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UNDER THE HOOD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Trees, Hashing, Graphs &amp; Sorting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27080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Real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74519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39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39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Binary Search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39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Patient lookup by auto-generated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377439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O(log n) avg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99231"/>
            <a:ext cx="10927080" cy="621792"/>
          </a:xfrm>
          <a:prstGeom prst="rect">
            <a:avLst/>
          </a:prstGeom>
          <a:solidFill>
            <a:srgbClr val="EEF3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99231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Red-Black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99231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Balanced appointment index by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999231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O(log n) guaranteed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21023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3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Hash Map (chaining)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21023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O(1) patient / insurance / doctor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621023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O(1) average get /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42815"/>
            <a:ext cx="10927080" cy="621792"/>
          </a:xfrm>
          <a:prstGeom prst="rect">
            <a:avLst/>
          </a:prstGeom>
          <a:solidFill>
            <a:srgbClr val="EEF3F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42815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Graph + Dijkstra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42815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Symptom → specialist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242815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O(V²) shortest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64607"/>
            <a:ext cx="10927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64607"/>
            <a:ext cx="2834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Sorting ×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64607"/>
            <a:ext cx="5166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Rank doctors; live sort-race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864607"/>
            <a:ext cx="2926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6B63"/>
                </a:solidFill>
                <a:latin typeface="Segoe UI"/>
              </a:rPr>
              <a:t>Merge/Quick: O(n log 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A real product, powered end-to-end by DSA.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9728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Every workflow maps to a 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63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queues, heaps, trees, graphs, hashing &amp; sorting — all hand-written.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109728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Two-layer design keeps DSA doing real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735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Postgres stores truth; the DSA layer computes each feature.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40"/>
            <a:ext cx="109728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Emergency triage is a live, fair priority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507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severity-ordered, with FIFO tie-breaking.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109728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262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The DSA Gallery proves it interactively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28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live demos + Big-O for every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62356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CFBF1"/>
                </a:solidFill>
                <a:latin typeface="Segoe UI"/>
              </a:rPr>
              <a:t>Rijja  ·  Shamim  ·  Ayesha  ·  Muzzamil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WHO PRESENTS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Presentation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How our four-person team divides the talk: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82296" cy="1965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313432"/>
            <a:ext cx="566928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95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Rijja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791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Stack &amp;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3172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Segoe UI"/>
              </a:rPr>
              <a:t>Slides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99815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Technology stack: Next.js, TypeScript, Tailwind, Better Auth, Neon.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The three user roles &amp; role-based access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5740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057400"/>
            <a:ext cx="82296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2313432"/>
            <a:ext cx="56692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50008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295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Shamim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6791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Segoe UI"/>
              </a:rPr>
              <a:t>System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33172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Segoe UI"/>
              </a:rPr>
              <a:t>Slides 2, 5–7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099815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Two-layer architecture (Postgres + hand-written DSA).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End-to-end patient journey.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Reception, registration &amp; graph-based specialist routing.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6052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82296" cy="1965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416552"/>
            <a:ext cx="566928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53128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3982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Ayesha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823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Segoe UI"/>
              </a:rPr>
              <a:t>Core Modules &amp; DSA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34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Segoe UI"/>
              </a:rPr>
              <a:t>Slides 8–11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202935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Emergency triage — the live priority queue.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Doctor workspace, billing &amp; administration.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The data structure behind each module.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16052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160520"/>
            <a:ext cx="82296" cy="1965960"/>
          </a:xfrm>
          <a:prstGeom prst="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4416552"/>
            <a:ext cx="566928" cy="566928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53128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3982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Muzzamil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7823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6B63"/>
                </a:solidFill>
                <a:latin typeface="Segoe UI"/>
              </a:rPr>
              <a:t>DSA Deep-Dive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4434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Segoe UI"/>
              </a:rPr>
              <a:t>Slides 12–14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202935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The interactive DSA Gallery.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Core &amp; advanced data structures.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▸ </a:t>
            </a:r>
            <a:r>
              <a:rPr sz="1200" b="1">
                <a:solidFill>
                  <a:srgbClr val="0F172A"/>
                </a:solidFill>
                <a:latin typeface="Segoe UI"/>
              </a:rPr>
              <a:t>Complexity (Big-O) analysis of 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